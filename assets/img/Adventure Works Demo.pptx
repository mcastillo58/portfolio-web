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7F7AE2-65B9-45E5-9100-D0ECB197D1E4}" v="4" dt="2026-03-24T15:02:58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4eba6900-c930-4d78-9213-1d86f046a342}">
  <we:reference id="WA200003233" version="2.0.0.3" store="es-ES" storeType="OMEX"/>
  <we:alternateReferences/>
  <we:properties>
    <we:property name="Microsoft.Office.CampaignId" value="&quot;none&quot;"/>
    <we:property name="reportUrl" value="&quot;/groups/me/reports/90509d33-17a5-47ed-8ee4-08932f6d8d39/c8c7c5a7e69c4c5c1bb6?bookmarkGuid=f14aeb52-62bb-4acf-bde1-9122c395b930&amp;bookmarkUsage=1&amp;ctid=d08db6ec-36c8-4b54-b9b2-2d03dcc84544&amp;fromEntryPoint=export&amp;pbi_source=storytelling_addin&quot;"/>
    <we:property name="reportState" value="&quot;CONNECTED&quot;"/>
    <we:property name="artifactViewState" value="&quot;live&quot;"/>
    <we:property name="reportEmbeddedTime" value="&quot;2026-03-24T15:01:31.729Z&quot;"/>
    <we:property name="creatorSessionId" value="&quot;3076e15a-89ee-4ec0-9261-a7731b30f60f&quot;"/>
    <we:property name="creatorUserId" value="&quot;1003200110C820A9&quot;"/>
    <we:property name="creatorTenantId" value="&quot;d08db6ec-36c8-4b54-b9b2-2d03dcc84544&quot;"/>
    <we:property name="pageDisplayName" value="&quot;Menú&quot;"/>
    <we:property name="pageName" value="&quot;c8c7c5a7e69c4c5c1bb6&quot;"/>
    <we:property name="isFiltersActionButtonVisible" value="true"/>
    <we:property name="initialStateBookmark" value="&quot;H4sIAAAAAAAAA4VRTWsCMRT8KyVnKW7ddbvetPRk/aAWLyLlJfsqKTFZkreiFf97X7KCUApeNnmzk5nJ5CxqHRoDpznsUYzEDLyC2vmHXPSE7bDJYjGdjd+nn/Px7JVh15B2NojRWRD4HdJahxZMVGBws+0JMGYJuzh9gQnYEw364CwY/YMdmX+Rb/HSE3hsjPMQJVcEhFH2wHSe2Tt7HLAjKNIHXKGiDlXPqlQFlDisVK4KlUk5ZFroCCnZv5QonexfnCXQlm0i1q/q6knlWQGQZVINclllEQ/a7sw18O3sx6mJrUDymrREHIlLkd/sHuUuF75VVtZYcpO1hP5QSqgUFHclCY8k3fGvWhK8IWKPXHrcuJZCAwqXYHnenEXjHTdNGhOPmwVbY33d+7i+aULfWa/BtNE1PZFIJpxGS4N3DsSHEynWNn5+ARcwijhDAgAA&quot;"/>
    <we:property name="bookmark" value="&quot;H4sIAAAAAAAAA4VRTWsCMRD9KyXnpezqfjQe7bUtgsWLeJgko6TEZElmRSv+9052BaEUekkyb17em7xchbGpd3D5gCOKhXiHqMGE+FSLQvgJq6XppNqXs7KReo+mLTVwN/Rkg09icRUE8YC0sWkAl4UY3O4KAc6t4JCrPbiEhegxpuDB2W+cyNyiOOCtEHjuXYiQJdcEhFn2xHSueYTqec6OoMmecI2aJlS/6E430GErda0bXSnVMi1NhHGyPylZerR/DZ7AerbJWCmNnOm6agCqSul5rWSV8WT9wd0Hftz9vPQ5HBi9lgMRj8ShqC92z3K3G7+q6gx2HKhRULZKgdTQ/CtJeCYVzr/VRsEHIo7IoedDGCj1oHEFnuvtVfQxcNJkceRxsuANmvs55v3NEsbJegNuyK7jF4nRZpeXH/tZ/24aAgAA&quot;"/>
    <we:property name="datasetId" value="&quot;da49c3cf-03ec-4920-9258-00326ca90e4d&quot;"/>
    <we:property name="embedUrl" value="&quot;/reportEmbed?reportId=90509d33-17a5-47ed-8ee4-08932f6d8d39&amp;config=eyJjbHVzdGVyVXJsIjoiaHR0cHM6Ly9XQUJJLVNPVVRILUNFTlRSQUwtVVMtQy1QUklNQVJZLXJlZGlyZWN0LmFuYWx5c2lzLndpbmRvd3MubmV0IiwiZW1iZWRGZWF0dXJlcyI6eyJ1c2FnZU1ldHJpY3NWTmV4dCI6dHJ1ZX19&amp;disableSensitivityBanner=true&amp;storytellingChangeViewModeShortcutKeys=true&quot;"/>
    <we:property name="backgroundColor" value="&quot;#FFFFFF&quot;"/>
    <we:property name="reportName" value="&quot;Reporte Adventure Works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Marcial Castillo</cp:lastModifiedBy>
  <cp:revision>3</cp:revision>
  <dcterms:created xsi:type="dcterms:W3CDTF">2018-06-07T21:39:02Z</dcterms:created>
  <dcterms:modified xsi:type="dcterms:W3CDTF">2026-03-24T15:03:03Z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