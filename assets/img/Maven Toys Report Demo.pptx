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</p:sldIdLst>
  <p:sldSz cx="12192000" cy="6858000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7F2D40-018C-49D7-8D7B-2B0F8832F917}" v="4" dt="2026-03-24T15:00:51.7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111" d="100"/>
          <a:sy n="111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tags" Target="tags/tag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o de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Contenido de complemento para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Contenido de complemento para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720161dc-3f90-456e-a7cc-e66fba5d5e48}">
  <we:reference id="WA200003233" version="2.0.0.3" store="es-ES" storeType="OMEX"/>
  <we:alternateReferences/>
  <we:properties>
    <we:property name="Microsoft.Office.CampaignId" value="&quot;none&quot;"/>
    <we:property name="reportUrl" value="&quot;/groups/me/reports/7ae92a61-338c-4f7e-84c9-7da002ff346f/c6d7f3f625cd2af6feb5?bookmarkGuid=c25cbb69-2338-4612-ac63-89255d62780e&amp;bookmarkUsage=1&amp;ctid=d08db6ec-36c8-4b54-b9b2-2d03dcc84544&amp;fromEntryPoint=export&amp;pbi_source=storytelling_addin&quot;"/>
    <we:property name="reportState" value="&quot;CONNECTED&quot;"/>
    <we:property name="artifactViewState" value="&quot;live&quot;"/>
    <we:property name="reportEmbeddedTime" value="&quot;2026-03-24T14:58:43.640Z&quot;"/>
    <we:property name="creatorSessionId" value="&quot;31cc82b8-1868-4d95-90af-851f6ec7901e&quot;"/>
    <we:property name="creatorUserId" value="&quot;1003200110C820A9&quot;"/>
    <we:property name="creatorTenantId" value="&quot;d08db6ec-36c8-4b54-b9b2-2d03dcc84544&quot;"/>
    <we:property name="pageDisplayName" value="&quot;Comparativo Ventas en el Tiempo&quot;"/>
    <we:property name="pageName" value="&quot;c6d7f3f625cd2af6feb5&quot;"/>
    <we:property name="isFiltersActionButtonVisible" value="true"/>
    <we:property name="initialStateBookmark" value="&quot;H4sIAAAAAAAAA4VQy27CMBD8lcrnqGogJJQbVD1RHioVF4SqJdkgV8a27A2CIv69uwlSe0CqD7Z3PJ4ZzUVVOnoD5zkcUI3UDEIJlQsPhUqU7bDJYjGdjd+nn/Px7JVh50k7G9XoogjCHmmtYwNGFBjcbBMFxixhL1MNJmKiPIboLBj9jR2Znyg0eE0UnrxxAURyRUAoskem88ze6WOfHaEkfcQVltShgyzP0gxr7JXZ06Dfy4dDocWO0Ca7SxHp1v7FWQJt2UYw7PWf87pIIc3rYZYXBWa14FHbvbkF/v37cfbSCrRek4aII3Epuy92F7lru/4i6oBck1xcQ9FDiUuwPG8uygfH3ZDGLsjJg62wut2DnG+aMHT+azCNWLelqtaEI+mdwX8+SNWqjbWV7Qcv1sOF9QEAAA==&quot;"/>
    <we:property name="bookmark" value="&quot;H4sIAAAAAAAAA+1a627bNhR+FUPA0D9GQVISKfVf6nZDsbTL6iDbUATFEXnoqJMlT5esWZCHGvYIfbGRlJyLL7FzseN2y59IFHmu37mQ9Lmn0mqSwdk7GKP3wnsLpQRVlD3h9b28HdMEIx1hJBlqGkQ8RpGYr8WkTou88l6cezWUI6yP0qqBzBIygx+O+x5k2QGM7JuGrMK+N8GyKnLI0r+wnWw+1WWDF30PP0+yogRLclhDjZbsqZlu3o0I9LlvOIKs01McoqzbUcmV0L7mLJSKgeYak9BMq9oJTrKFUyxpx35Q5DWkuWFjxyIdBiyCGJOEcR2GoRTEjus0q7spydnrz5PSaHc+NQ4PCSSx5pHkoDSnAQFuZKjPJvbrnjqFXKIyIy0VS+Roqhbre9+XxdiR6+w/NjNf53Van1lnoEoVVL2XUKUSKvPp0JElF8a4v5xgiW6p0UKlrUkMnaK2/6yYWFXd4KAYT6BMq9m3H9NcGXJ9bx+1W/YWoWpKnKcwLJpS4nvUVy9O2gvjuoOyMI51Eh+hMWjlRt+noxNHcz81ekPmNIessevyJsvMJPd33Dr/Gq/1hFhqpeUinRR/Dko04DJK04v++QIv4YzdsmacryvIADLMlbFs0Xu19+usHHtf/i7mpCBO/SrNR1kXEVfgbH3tQSfcMEsllt0kE33JJwNzB8oxmuizDyPMW0sbUExazilWVxC++XQbDOV1GM7otQ4K38wYreqmrGHOS3DJJRY0XB2OLM0PC+HFCI327cxjh68Lt6bCbJo45sxT1WUq66Fzw9DNs6PoQn0hB5u0vA6+F1bMSGs/USYRJEokOiAUo3h57liFu61EAFknAu4pyZu8xiw1eJQp9BT2DlMcT4rFgvX2f7tVtoEZGhXGQQ73mwvQt1h9HBRlfa8ozUwVGZxAWd8IzYtpzTJsPl2rSp1KZ+tHxT10OHbABOoLLpgmpkQFJGRUmuK9CpiPZ3ITZ6qxxpgR9KAd/3hpia8lM06uZ8ZL7baVEydr2HF1fnz2g+3Rnm00Q7qO70aKjCnQwBdIBGWMJkFMmNz5FLkShBJKNRvzRamwfNlG96u0nBrVoOn1NnSwBreBH4dKBLEPjIoopkzC9s29Zh2AstfVgtOqd1tV2EV3PFTH1l2aC7NXYSKSvoAw5oHvs11117fpoHmXAI1AR0yGijOOBAOf7qhLvuv9R2IoBZl++Sfv7clm3GSg4NJbkY+xpDrmMkx8FSdKCbfTv72FcHq8bOraSHlDZUtSKCEQE6DKT3gc2hbffyDJkHGtAs0J50QHMvYJwgNJSggxptIHs+3gIUff1/MwbbuXc49pASbLBBhKHXIiA8FdVehOMxZ+vjzNOCwm7zbcDzo55zFrBuZDrRNnvb6tapI/GjQN0ixih9MP5vnn6cNDOsD+PQ5zpi3V4zWErSH7U1F0ipnyLKufHjWS1zgKskyNq7wXlDi8tmqza3ba0Z66w6IVH5IMl1O4xNaSA62thMjmNvO7c6zwHvLfTaKcr37TclD0jp53diru1c67fXzWVCajoGr9NijGSbFwb7+kKNJHKop31tZC9bHPG9ZEY3vYgIIqQQMq4sgUJLPl4EGw81u8XT4FW4nXETQjnO8JiJYBJSIgwgcCkQgxuuUq42nraXU9+1d1YWg9VTWdA807E/slWt9lYN2X24bz6yiqt5t1syV1PTtuvbJ2VlhLtu1liQFk0mTzGpckhogcQIkLj6WfTij2FEI9+uFdAuVdCvtj7Xbv4PFNlPS7hEFb1xliABgnPkeSmCIvRLxLlwhLOuKHXyAYAt3PI+zacaHsqpNUKcw9ZxhfC8VlkhDBieKCYSTVyu18dQITvBsfnTDKZRAEvk5MLddhFLFN8GEBUgyBShGGUicUabyaz/LjiVXsOPFZEvqSaS5oHEU+49EG2cVhojlNOOOERywC6Su1HMb//8Djm/mBx7aukA/LdIxVXW4mG11dZ270ps6FyiKuRVNXE5B4ADkuYGxYQK5Q3ZHdv14KqGyCJgAA&quot;"/>
    <we:property name="datasetId" value="&quot;a820feb3-95c3-4dc0-8954-2d1d66e1dd42&quot;"/>
    <we:property name="embedUrl" value="&quot;/reportEmbed?reportId=7ae92a61-338c-4f7e-84c9-7da002ff346f&amp;config=eyJjbHVzdGVyVXJsIjoiaHR0cHM6Ly9XQUJJLVNPVVRILUNFTlRSQUwtVVMtQy1QUklNQVJZLXJlZGlyZWN0LmFuYWx5c2lzLndpbmRvd3MubmV0IiwiZW1iZWRGZWF0dXJlcyI6eyJ1c2FnZU1ldHJpY3NWTmV4dCI6dHJ1ZX19&amp;disableSensitivityBanner=true&amp;storytellingChangeViewModeShortcutKeys=true&quot;"/>
    <we:property name="backgroundColor" value="&quot;#FFFFFF&quot;"/>
    <we:property name="reportName" value="&quot;Maven Toys Dashboard Improved&quot;"/>
    <we:property name="isVisualContainerHeaderHidden" value="fals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1504</TotalTime>
  <Words>3</Words>
  <Application>Microsoft Office PowerPoint</Application>
  <PresentationFormat>Panorámica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 Light</vt:lpstr>
      <vt:lpstr>Office Theme</vt:lpstr>
      <vt:lpstr>Microsoft Power BI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Marcial Castillo</cp:lastModifiedBy>
  <cp:revision>3</cp:revision>
  <dcterms:created xsi:type="dcterms:W3CDTF">2018-06-07T21:39:02Z</dcterms:created>
  <dcterms:modified xsi:type="dcterms:W3CDTF">2026-03-24T15:00:56Z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