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59" d="100"/>
          <a:sy n="159" d="100"/>
        </p:scale>
        <p:origin x="3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61e5993-459b-4071-8c1b-c047402f9ad1}">
  <we:reference id="WA200003233" version="2.0.0.3" store="es-ES" storeType="OMEX"/>
  <we:alternateReferences/>
  <we:properties>
    <we:property name="Microsoft.Office.CampaignId" value="&quot;none&quot;"/>
    <we:property name="reportUrl" value="&quot;/groups/me/reports/572c01da-2f1d-48d9-a6de-db91b545faf1/851b4e7465d7240225da?bookmarkGuid=db018845-f575-4dea-8158-f0371c09333b&amp;bookmarkUsage=1&amp;ctid=d08db6ec-36c8-4b54-b9b2-2d03dcc84544&amp;fromEntryPoint=export&amp;pbi_source=storytelling_addin&quot;"/>
    <we:property name="reportState" value="&quot;CONNECTED&quot;"/>
    <we:property name="artifactViewState" value="&quot;live&quot;"/>
    <we:property name="reportEmbeddedTime" value="&quot;2026-03-24T15:33:25.874Z&quot;"/>
    <we:property name="creatorSessionId" value="&quot;39cf0a15-d413-4bcd-a09a-91d1487570a5&quot;"/>
    <we:property name="creatorUserId" value="&quot;1003200110C820A9&quot;"/>
    <we:property name="creatorTenantId" value="&quot;d08db6ec-36c8-4b54-b9b2-2d03dcc84544&quot;"/>
    <we:property name="pageDisplayName" value="&quot;Where and How are we selling?&quot;"/>
    <we:property name="pageName" value="&quot;851b4e7465d7240225da&quot;"/>
    <we:property name="reportName" value="&quot;Super Store Report&quot;"/>
    <we:property name="isVisualContainerHeaderHidden" value="false"/>
    <we:property name="isFiltersActionButtonVisible" value="true"/>
    <we:property name="initialStateBookmark" value="&quot;H4sIAAAAAAAAA6WSQUv0MBCG/4rkvEiaNE3jTcWTroqKFxGZJNMlEpuSprK67H83aQUP3weCe2kybyfP+zLMjlg3Dh4+ruENyQlZQzRgQzwSZEX6RTu7ublcn95dvlyfri+yHIbkQj+Skx1JEDeYHt04gS+ELD49rwh4fwubUnXgR1yRAeMYevDuE5fm/CvFCfcrgtvBhwgFeZ8gYcG+5/ZcZ+/qmGdHMMm94z2atKjUCgmcS6hpzQ0o09Ul77g0zMn+21LQs/156BO4PtsUrdbcdBqFVkrppmK6lbLoo+s3/jvwz9uHj6FMJeE26bAt89Cv2biQ9vt9CdvUsu4UMM11rTRI0/yd1gkmG9koqbRllRSUUvyVBvMczqaU8rj+QVpGLRNGtLxSqkFuLRyKpIg2D5k2WBnLG1SCsQORWOlOWsskZ62gddW2FRyEnKk/CnnDvLvlEqY0DmDwFvpcP+3IEENe2ORw7ssLCr1F+32P5bxyCePi/wh+KtbzppPZJEdy2uMvD8r+kznWc/l8Ab53O6eKAwAA&quot;"/>
    <we:property name="bookmark" value="&quot;H4sIAAAAAAAAA+VY3W7bNhR+FUPAgA0QBupfyp3rOsWwpMiSIiswFMUReeSwkEWDorK4Rh5mD7CLPUNerIeUvbiOkzjwEBiYLwSRPPr4nR9+JL3whGxnNczfwxS9I+8UNAeh9CDxfK/p+5JMZEmQV1kp8ihMq4iLlEbVzEjVtN7RwjOgJ2guZdtBbYGo849Pvgd1fQYT26qgbtH3Zqhb1UAtv2JvTENGd3jre3gzq5UGC3lhwKCFvSZzahOF4OeIZgRu5DVeIDd9b54EZYxZnCYiC2MWhokAMmt7A8dsqwn1V7I2hG5fy/n4ZqaJ8WLlcMFyEDxJ0yxMIgxLyCokXDOf2dERsZsoLTnU1NkDWZzLFdvQ9461mjrEZVg5WY4bI83cAdTYCNBSDd4OP9LIBwfMbilkv1+hRvflSDVC9o4uvF/c0/LEtu19cyZ1N90Ysa0L1WmO51jdNxyHW4rzmVaUBcdjePePoj6a9RLqziWNQE8k+UOuWY9sNxmGLGQn1vLTLT36ZK1NtxONx7zfzsn3rtSfI40UauEdBW7Sa1cxFBYDslnmjlKUYcWgQl6kIi1FlpaPp3eZwKG4hoYT8K7Zg/XsDZu7v2rZynZwfnw6eIdqoqG6+xt2yuN7ZR7GaaSmM4pHu9n6VTbkPPO9E6zcZ6cIbadx14TDZnDPkWPDJXz+zY2cy8mVw92S8qarazJyv4cZ343I8yF7mt/3JeAvti/AfWpx3BoSO0drk0svQps02BqNtTJ6lehc4GSKjVGfV2wPhdhZR6zug/g9LVs8rWwm9VLxna67t3610N5R1ji+sRtK+YWU2y5a+kZpgfrN3C2ht1KvNJ9W5/jVfSIn7BJIRV6KOGdlzFgRoKji57Xmv6vVJVf5sC4OrlJPVYMCDorSD4Oe1GDIu2lXA709FrdnK7am7WdUdy1lHUWfRBLtUo2uQJsDq+N/U2E3pf78RKNf1k5Iywqd736i2L0k7XnB94qIBSLIgqwsRCLSOA1ydwZ7WhbwxpRqQxYsWpomeVFkKQsFZCwpC7bDlv+/XIbHVG2d21APitYBqsPq4PEkqadq6J1W3Ww1+95VNPiR9/LS/kQzOeyV0Lzg4P+iZfpiEWw5GGK4VfNeX2d876PDfY2V1Isax6RCOhBgEPO04HTPFNmzogYuHG86Y4jVA2XjSRQgJGWAaSpYJFiY456QaVpxXhZRzJKioBsSy8NiT8iExwyKAlkmsigCwUrO94J0qPc93hT1xPmtOtPOgOMZNP1VatZnRKKzoxUIjbDl6t71IzcZ99eDt7zI0O8btPhCEfIQAAA=&quot;"/>
    <we:property name="datasetId" value="&quot;7424fd9b-3b05-4d23-8c43-2a1891369d8b&quot;"/>
    <we:property name="embedUrl" value="&quot;/reportEmbed?reportId=572c01da-2f1d-48d9-a6de-db91b545faf1&amp;config=eyJjbHVzdGVyVXJsIjoiaHR0cHM6Ly9XQUJJLVNPVVRILUNFTlRSQUwtVVMtQy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Marcial Castillo</cp:lastModifiedBy>
  <cp:revision>3</cp:revision>
  <dcterms:created xsi:type="dcterms:W3CDTF">2018-06-07T21:39:02Z</dcterms:created>
  <dcterms:modified xsi:type="dcterms:W3CDTF">2026-03-24T15:34:22Z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